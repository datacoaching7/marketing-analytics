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2" r:id="rId4"/>
    <p:sldId id="266" r:id="rId5"/>
    <p:sldId id="258"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6236" autoAdjust="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147915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410994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39239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4130FF-60BC-4C0C-AEE3-7285F2A694C4}" type="datetimeFigureOut">
              <a:rPr lang="nb-NO" smtClean="0"/>
              <a:t>12.01.2026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322344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4130FF-60BC-4C0C-AEE3-7285F2A694C4}" type="datetimeFigureOut">
              <a:rPr lang="nb-NO" smtClean="0"/>
              <a:t>12.01.2026</a:t>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291340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3"/>
          <p:cNvSpPr>
            <a:spLocks noGrp="1"/>
          </p:cNvSpPr>
          <p:nvPr>
            <p:ph type="ftr" sz="quarter" idx="11"/>
          </p:nvPr>
        </p:nvSpPr>
        <p:spPr/>
        <p:txBody>
          <a:bodyPr/>
          <a:lstStyle/>
          <a:p>
            <a:endParaRPr lang="nb-NO"/>
          </a:p>
        </p:txBody>
      </p:sp>
      <p:sp>
        <p:nvSpPr>
          <p:cNvPr id="6" name="Slide Number Placeholder 4"/>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385983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2"/>
          <p:cNvSpPr>
            <a:spLocks noGrp="1"/>
          </p:cNvSpPr>
          <p:nvPr>
            <p:ph type="ftr" sz="quarter" idx="11"/>
          </p:nvPr>
        </p:nvSpPr>
        <p:spPr/>
        <p:txBody>
          <a:bodyPr/>
          <a:lstStyle/>
          <a:p>
            <a:endParaRPr lang="nb-NO"/>
          </a:p>
        </p:txBody>
      </p:sp>
      <p:sp>
        <p:nvSpPr>
          <p:cNvPr id="6" name="Slide Number Placeholder 3"/>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846626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5"/>
          <p:cNvSpPr>
            <a:spLocks noGrp="1"/>
          </p:cNvSpPr>
          <p:nvPr>
            <p:ph type="ftr" sz="quarter" idx="11"/>
          </p:nvPr>
        </p:nvSpPr>
        <p:spPr/>
        <p:txBody>
          <a:bodyPr/>
          <a:lstStyle/>
          <a:p>
            <a:endParaRPr lang="nb-NO"/>
          </a:p>
        </p:txBody>
      </p:sp>
      <p:sp>
        <p:nvSpPr>
          <p:cNvPr id="6"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05122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130FF-60BC-4C0C-AEE3-7285F2A694C4}" type="datetimeFigureOut">
              <a:rPr lang="nb-NO" smtClean="0"/>
              <a:t>12.01.2026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9780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130FF-60BC-4C0C-AEE3-7285F2A694C4}" type="datetimeFigureOut">
              <a:rPr lang="nb-NO" smtClean="0"/>
              <a:t>12.01.2026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351498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16266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89549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116280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4"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92261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4"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93521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168277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12.01.2026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77922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4130FF-60BC-4C0C-AEE3-7285F2A694C4}" type="datetimeFigureOut">
              <a:rPr lang="nb-NO" smtClean="0"/>
              <a:t>12.01.2026</a:t>
            </a:fld>
            <a:endParaRPr lang="nb-NO"/>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nb-NO"/>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88409273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Data Coaching</a:t>
            </a:r>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70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550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Stephen Mathew</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Stephen Mathew</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748</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Century Gothic</vt:lpstr>
      <vt:lpstr>Wingdings 3</vt:lpstr>
      <vt:lpstr>Ion</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priyanka murugan</cp:lastModifiedBy>
  <cp:revision>3</cp:revision>
  <dcterms:created xsi:type="dcterms:W3CDTF">2024-07-20T13:50:58Z</dcterms:created>
  <dcterms:modified xsi:type="dcterms:W3CDTF">2026-01-12T17:09:26Z</dcterms:modified>
</cp:coreProperties>
</file>